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Review of the Epilepsy, Including Its Causes, Symptoms, Biomarkers, and Management</a:t>
            </a:r>
          </a:p>
        </p:txBody>
      </p:sp>
      <p:sp>
        <p:nvSpPr>
          <p:cNvPr id="3" name="Subtitle 2"/>
          <p:cNvSpPr>
            <a:spLocks noGrp="1"/>
          </p:cNvSpPr>
          <p:nvPr>
            <p:ph type="subTitle" idx="1"/>
          </p:nvPr>
        </p:nvSpPr>
        <p:spPr/>
        <p:txBody>
          <a:bodyPr/>
          <a:lstStyle/>
          <a:p>
            <a:r>
              <a:t>Yash Srivastav, Akhandnath Prajapati, Prachi Agrahari, Madhaw Kumar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r>
              <a:t>**Key Contributions**: This review paper provides a comprehensive overview of epilepsy, including its causes, symptoms, biomarkers, and management strategies. The authors highlight recent advances in the field, particularly in the identification of novel biomarkers and the development of personalized treatment approaches. The paper also emphasizes the importance of interdisciplinary collaboration in improving epilepsy diagnosis and treatment.</a:t>
            </a:r>
          </a:p>
          <a:p/>
          <a:p>
            <a:r>
              <a:t>**Methodology Overview**: The authors conducted a thorough review of existing literature on epilepsy, including studies on its epidemiology, pathophysiology, and clinical management. The review encompasses a wide range of topics, from the genetic and environmental factors contributing to epilepsy to the latest diagnostic tools and therapeutic options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Flaws &amp; Limitations</a:t>
            </a:r>
          </a:p>
        </p:txBody>
      </p:sp>
      <p:sp>
        <p:nvSpPr>
          <p:cNvPr id="3" name="Content Placeholder 2"/>
          <p:cNvSpPr>
            <a:spLocks noGrp="1"/>
          </p:cNvSpPr>
          <p:nvPr>
            <p:ph idx="1"/>
          </p:nvPr>
        </p:nvSpPr>
        <p:spPr/>
        <p:txBody>
          <a:bodyPr/>
          <a:lstStyle/>
          <a:p>
            <a:r>
              <a:t>* **Fundamental assumptions**:</a:t>
            </a:r>
          </a:p>
          <a:p>
            <a:r>
              <a:t>  * Lack of clear definition of epilepsy and its subtypes</a:t>
            </a:r>
          </a:p>
          <a:p>
            <a:r>
              <a:t>  * Uncritical acceptance of existing diagnostic criteria</a:t>
            </a:r>
          </a:p>
          <a:p>
            <a:r>
              <a:t>  * Failure to consider alternative perspectives on epilepsy etiology</a:t>
            </a:r>
          </a:p>
          <a:p>
            <a:r>
              <a:t>  * Assumption that current biomarkers are sufficient for diagnosis and treatment monitoring</a:t>
            </a:r>
          </a:p>
          <a:p>
            <a:r>
              <a:t>* **Methodological limitations**:</a:t>
            </a:r>
          </a:p>
          <a:p>
            <a:r>
              <a:t>  * Non-systematic search strategy despite claims of systematic review</a:t>
            </a:r>
          </a:p>
          <a:p>
            <a:r>
              <a:t>  * Inadequate inclusion and exclusion criteria for study selection</a:t>
            </a:r>
          </a:p>
          <a:p>
            <a:r>
              <a:t>  * Failure to assess study quality and risk of bias</a:t>
            </a:r>
          </a:p>
          <a:p>
            <a:r>
              <a:t>  * Lack of transparency in study selection and data extraction processes</a:t>
            </a:r>
          </a:p>
          <a:p>
            <a:r>
              <a:t>  * Overreliance on secondary sources and reviews rather than primary research</a:t>
            </a:r>
          </a:p>
          <a:p>
            <a:r>
              <a:t>* **Potenti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Comparison with Related Work</a:t>
            </a:r>
          </a:p>
        </p:txBody>
      </p:sp>
      <p:sp>
        <p:nvSpPr>
          <p:cNvPr id="3" name="Content Placeholder 2"/>
          <p:cNvSpPr>
            <a:spLocks noGrp="1"/>
          </p:cNvSpPr>
          <p:nvPr>
            <p:ph idx="1"/>
          </p:nvPr>
        </p:nvSpPr>
        <p:spPr/>
        <p:txBody>
          <a:bodyPr/>
          <a:lstStyle/>
          <a:p>
            <a:r>
              <a:t>The main paper, "Review of the Epilepsy, Including Its Causes, Symptoms, Biomarkers, and Management," differs significantly from the three similar papers in terms of methodology, contributions, strengths, and limitations.</a:t>
            </a:r>
          </a:p>
          <a:p/>
          <a:p>
            <a:r>
              <a:t>**Methodology:**</a:t>
            </a:r>
          </a:p>
          <a:p/>
          <a:p>
            <a:r>
              <a:t>* The main paper employs a systematic review approach, synthesizing existing literature on epilepsy to provide a comprehensive overview of the field.</a:t>
            </a:r>
          </a:p>
          <a:p>
            <a:r>
              <a:t>* In contrast, the similar papers focus on specific research questions and employ distinct methodologies:</a:t>
            </a:r>
          </a:p>
          <a:p>
            <a:r>
              <a:t>	+ "Observation of the rare $B^0_s\toμ^+μ^-$ decay" uses a joint measurement approach, combining data from CMS and LHCb experiments to analyze proton-proton collisions.</a:t>
            </a:r>
          </a:p>
          <a:p>
            <a:r>
              <a:t>	+ "Expected Performance of the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