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RESEARCH PAPER ON ARTIFICIAL INTELLIGENCE &amp; ITS APPLICATIONS</a:t>
            </a:r>
          </a:p>
        </p:txBody>
      </p:sp>
      <p:sp>
        <p:nvSpPr>
          <p:cNvPr id="3" name="Subtitle 2"/>
          <p:cNvSpPr>
            <a:spLocks noGrp="1"/>
          </p:cNvSpPr>
          <p:nvPr>
            <p:ph type="subTitle" idx="1"/>
          </p:nvPr>
        </p:nvSpPr>
        <p:spPr/>
        <p:txBody>
          <a:bodyPr/>
          <a:lstStyle/>
          <a:p>
            <a:r>
              <a:t>Prof. Neha Saini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**Key Contributions**</a:t>
            </a:r>
          </a:p>
          <a:p>
            <a:r>
              <a:t>The research paper provides an introduction to Artificial Intelligence (AI), its definitions, history, applications, growth, and achievements, highlighting its significance in solving complex problems across various industries. The paper explores the concept of AI as a branch of computer science that enables machines to learn and improve from experience automatically.</a:t>
            </a:r>
          </a:p>
          <a:p/>
          <a:p>
            <a:r>
              <a:t>**Methodology Overview**</a:t>
            </a:r>
          </a:p>
          <a:p>
            <a:r>
              <a:t>The paper employs a descriptive approach, outlining the fundamentals of AI, its methods, and applications. It discusses the science and engineering of making intelligent machines, including intelligent computer programs, and their ability to perceive, reason, and act. The methodology involves examining the features, definitions, and history of AI, as well as its growth and achie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Flaws &amp; Limitations</a:t>
            </a:r>
          </a:p>
        </p:txBody>
      </p:sp>
      <p:sp>
        <p:nvSpPr>
          <p:cNvPr id="3" name="Content Placeholder 2"/>
          <p:cNvSpPr>
            <a:spLocks noGrp="1"/>
          </p:cNvSpPr>
          <p:nvPr>
            <p:ph idx="1"/>
          </p:nvPr>
        </p:nvSpPr>
        <p:spPr/>
        <p:txBody>
          <a:bodyPr/>
          <a:lstStyle/>
          <a:p>
            <a:r>
              <a:t>* **Fundamental assumptions:**</a:t>
            </a:r>
          </a:p>
          <a:p>
            <a:r>
              <a:t>  * Lack of a clear, universally accepted definition of Artificial Intelligence</a:t>
            </a:r>
          </a:p>
          <a:p>
            <a:r>
              <a:t>  * Assumption that AI is a single, cohesive field rather than a collection of disparate disciplines</a:t>
            </a:r>
          </a:p>
          <a:p>
            <a:r>
              <a:t>  * Failure to acknowledge the complexity and nuance of AI's history and development</a:t>
            </a:r>
          </a:p>
          <a:p>
            <a:r>
              <a:t>  * Overly broad and vague statements about AI's applications and significance</a:t>
            </a:r>
          </a:p>
          <a:p>
            <a:r>
              <a:t>* **Methodological limitations:**</a:t>
            </a:r>
          </a:p>
          <a:p>
            <a:r>
              <a:t>  * Descriptive approach lacks depth and rigor, failing to provide a comprehensive analysis of AI</a:t>
            </a:r>
          </a:p>
          <a:p>
            <a:r>
              <a:t>  * No clear research questions or hypotheses to guide the investigation</a:t>
            </a:r>
          </a:p>
          <a:p>
            <a:r>
              <a:t>  * Absence of a systematic and structured methodology for examining AI's features, definitions, and history</a:t>
            </a:r>
          </a:p>
          <a:p>
            <a:r>
              <a:t>  * Failur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with Related Work</a:t>
            </a:r>
          </a:p>
        </p:txBody>
      </p:sp>
      <p:sp>
        <p:nvSpPr>
          <p:cNvPr id="3" name="Content Placeholder 2"/>
          <p:cNvSpPr>
            <a:spLocks noGrp="1"/>
          </p:cNvSpPr>
          <p:nvPr>
            <p:ph idx="1"/>
          </p:nvPr>
        </p:nvSpPr>
        <p:spPr/>
        <p:txBody>
          <a:bodyPr/>
          <a:lstStyle/>
          <a:p>
            <a:r>
              <a:t>### Comparison of the Main Paper with Similar Papers</a:t>
            </a:r>
          </a:p>
          <a:p/>
          <a:p>
            <a:r>
              <a:t>The main paper, "RESEARCH PAPER ON ARTIFICIAL INTELLIGENCE &amp; ITS APPLICATIONS," focuses on introducing Artificial Intelligence (AI), its history, applications, and significance in solving complex problems. When compared to the similar papers found on arXiv, several differences in methodology, contributions, strengths, and limitations become apparent.</a:t>
            </a:r>
          </a:p>
          <a:p/>
          <a:p>
            <a:r>
              <a:t>#### 1. **This paper has been withdrawn (2003)**</a:t>
            </a:r>
          </a:p>
          <a:p/>
          <a:p>
            <a:r>
              <a:t>- **Methodology and Contributions**: Since the paper has been withdrawn, there's no methodology or contribution to compare.</a:t>
            </a:r>
          </a:p>
          <a:p>
            <a:r>
              <a:t>- **Strengths and Limitations**: Not applicable due to the withdrawal of the paper.</a:t>
            </a:r>
          </a:p>
          <a:p>
            <a:r>
              <a:t>- **Comparison Insight**: The main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