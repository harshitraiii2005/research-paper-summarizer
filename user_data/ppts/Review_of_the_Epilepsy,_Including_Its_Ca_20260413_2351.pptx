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Review of the Epilepsy, Including Its Causes, Symptoms, Biomarkers, and Management</a:t>
            </a:r>
          </a:p>
        </p:txBody>
      </p:sp>
      <p:sp>
        <p:nvSpPr>
          <p:cNvPr id="3" name="Subtitle 2"/>
          <p:cNvSpPr>
            <a:spLocks noGrp="1"/>
          </p:cNvSpPr>
          <p:nvPr>
            <p:ph type="subTitle" idx="1"/>
          </p:nvPr>
        </p:nvSpPr>
        <p:spPr/>
        <p:txBody>
          <a:bodyPr/>
          <a:lstStyle/>
          <a:p>
            <a:r>
              <a:t>Yash Srivastav, Akhandnath Prajapati, Prachi Agrahari, Madhaw Kumar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**Key Contributions**: This review paper provides a comprehensive overview of epilepsy, including its causes, symptoms, biomarkers, and management strategies. The authors highlight recent advances in the field, such as the identification of new genetic mutations associated with epilepsy and the development of novel therapeutic approaches, including personalized medicine and innovative surgical techniques.</a:t>
            </a:r>
          </a:p>
          <a:p/>
          <a:p>
            <a:r>
              <a:t>**Methodology Overview**: The authors conducted a thorough review of existing literature on epilepsy, including peer-reviewed articles, clinical trials, and expert guidelines. They employed a systematic search strategy to identify relevant studies, which were then critically evaluated and synthesized to provide a comprehensive understanding of the current state of knowledge on epilepsy.</a:t>
            </a:r>
          </a:p>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Flaws &amp; Limitations</a:t>
            </a:r>
          </a:p>
        </p:txBody>
      </p:sp>
      <p:sp>
        <p:nvSpPr>
          <p:cNvPr id="3" name="Content Placeholder 2"/>
          <p:cNvSpPr>
            <a:spLocks noGrp="1"/>
          </p:cNvSpPr>
          <p:nvPr>
            <p:ph idx="1"/>
          </p:nvPr>
        </p:nvSpPr>
        <p:spPr/>
        <p:txBody>
          <a:bodyPr/>
          <a:lstStyle/>
          <a:p>
            <a:r>
              <a:t>* **Fundamental assumptions**:</a:t>
            </a:r>
          </a:p>
          <a:p>
            <a:r>
              <a:t>  * Lack of clear definition of epilepsy and its subtypes</a:t>
            </a:r>
          </a:p>
          <a:p>
            <a:r>
              <a:t>  * Uncritical acceptance of existing diagnostic criteria</a:t>
            </a:r>
          </a:p>
          <a:p>
            <a:r>
              <a:t>  * Failure to consider alternative perspectives on epilepsy etiology</a:t>
            </a:r>
          </a:p>
          <a:p>
            <a:r>
              <a:t>  * Assumption that current biomarkers are sufficient for diagnosis and monitoring</a:t>
            </a:r>
          </a:p>
          <a:p>
            <a:r>
              <a:t>* **Methodological limitations**:</a:t>
            </a:r>
          </a:p>
          <a:p>
            <a:r>
              <a:t>  * Overreliance on existing literature without consideration of study quality or risk of bias</a:t>
            </a:r>
          </a:p>
          <a:p>
            <a:r>
              <a:t>  * Lack of transparency in search strategy and study selection process</a:t>
            </a:r>
          </a:p>
          <a:p>
            <a:r>
              <a:t>  * Failure to use a systematic review protocol or register the review</a:t>
            </a:r>
          </a:p>
          <a:p>
            <a:r>
              <a:t>  * Inadequate consideration of study heterogeneity and its impact on results</a:t>
            </a:r>
          </a:p>
          <a:p>
            <a:r>
              <a:t>* **Potential biases**:</a:t>
            </a:r>
          </a:p>
          <a:p>
            <a:r>
              <a:t>  * Selection bias due to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with Related Work</a:t>
            </a:r>
          </a:p>
        </p:txBody>
      </p:sp>
      <p:sp>
        <p:nvSpPr>
          <p:cNvPr id="3" name="Content Placeholder 2"/>
          <p:cNvSpPr>
            <a:spLocks noGrp="1"/>
          </p:cNvSpPr>
          <p:nvPr>
            <p:ph idx="1"/>
          </p:nvPr>
        </p:nvSpPr>
        <p:spPr/>
        <p:txBody>
          <a:bodyPr/>
          <a:lstStyle/>
          <a:p>
            <a:r>
              <a:t>The main paper, "Review of the Epilepsy, Including Its Causes, Symptoms, Biomarkers, and Management," differs significantly from the three similar papers in terms of methodology, contributions, strengths, and limitations.</a:t>
            </a:r>
          </a:p>
          <a:p/>
          <a:p>
            <a:r>
              <a:t>**Methodology:**</a:t>
            </a:r>
          </a:p>
          <a:p/>
          <a:p>
            <a:r>
              <a:t>* The main paper employs a systematic review of existing literature on epilepsy, including peer-reviewed articles, clinical trials, and expert guidelines.</a:t>
            </a:r>
          </a:p>
          <a:p>
            <a:r>
              <a:t>* In contrast, the similar papers focus on specific experimental or observational studies:</a:t>
            </a:r>
          </a:p>
          <a:p>
            <a:r>
              <a:t>	+ "Observation of the rare $B^0_s\toμ^+μ^-$ decay" presents a joint measurement of branching fractions from proton-proton collisions at the LHC.</a:t>
            </a:r>
          </a:p>
          <a:p>
            <a:r>
              <a:t>	+ "Expected Performance of the ATLAS Experiment" investigates the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