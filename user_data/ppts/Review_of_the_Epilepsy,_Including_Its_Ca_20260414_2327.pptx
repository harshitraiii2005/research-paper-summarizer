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comprehensive review paper provides an updated overview of epilepsy, including its causes, symptoms, biomarkers, and management strategies. The study highlights recent advances in the field, particularly in the identification of novel biomarkers and the development of personalized treatment approaches. The paper also emphasizes the importance of multidisciplinary care and the need for further research into the underlying mechanisms of epilepsy.</a:t>
            </a:r>
          </a:p>
          <a:p/>
          <a:p>
            <a:r>
              <a:t>**Methodology Overview**: The authors conducted a thorough review of existing literature on epilepsy, utilizing a systematic search of major databases and inclusion of studies published in English. The search strategy focused on keywords related to epilepsy, its causes, symptoms, biomarkers, and management. The authors 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The review assumes that the existing literature on epilepsy is comprehensive and representative, without considering potential gaps or areas of limited research.</a:t>
            </a:r>
          </a:p>
          <a:p>
            <a:r>
              <a:t>  * The authors presuppose that the identification of biomarkers and development of personalized treatment approaches are the most critical areas of research in epilepsy, without justifying this prioritization.</a:t>
            </a:r>
          </a:p>
          <a:p>
            <a:r>
              <a:t>  * The paper implies that a multidisciplinary care approach is universally effective, without providing evidence to support this claim.</a:t>
            </a:r>
          </a:p>
          <a:p>
            <a:r>
              <a:t>* **Methodological limitations**:</a:t>
            </a:r>
          </a:p>
          <a:p>
            <a:r>
              <a:t>  * The search strategy is limited to English-language studies, which may exclude important research published in other 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**Comparison of the Main Paper with Similar Papers**</a:t>
            </a:r>
          </a:p>
          <a:p/>
          <a:p>
            <a:r>
              <a:t>The main paper, "Review of the Epilepsy, Including Its Causes, Symptoms, Biomarkers, and Management," differs significantly from the three similar papers in terms of methodology, contributions, strengths, and limitations.</a:t>
            </a:r>
          </a:p>
          <a:p/>
          <a:p>
            <a:r>
              <a:t>**Methodology:**</a:t>
            </a:r>
          </a:p>
          <a:p/>
          <a:p>
            <a:r>
              <a:t>* The main paper employs a systematic review approach, searching major databases and evaluating the quality of included studies to provide a comprehensive overview of epilepsy.</a:t>
            </a:r>
          </a:p>
          <a:p>
            <a:r>
              <a:t>* In contrast, the similar papers focus on specific research questions and utilize different methodologies:</a:t>
            </a:r>
          </a:p>
          <a:p>
            <a:r>
              <a:t>	+ "Observation of the rare $B^0_s\toμ^+μ^-$ decay" (2014) uses a joint measurement approach, combining data from CMS 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