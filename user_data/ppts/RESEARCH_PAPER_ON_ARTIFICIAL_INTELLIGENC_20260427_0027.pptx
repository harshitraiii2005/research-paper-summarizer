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RESEARCH PAPER ON ARTIFICIAL INTELLIGENCE &amp; ITS APPLICATIONS</a:t>
            </a:r>
          </a:p>
        </p:txBody>
      </p:sp>
      <p:sp>
        <p:nvSpPr>
          <p:cNvPr id="3" name="Subtitle 2"/>
          <p:cNvSpPr>
            <a:spLocks noGrp="1"/>
          </p:cNvSpPr>
          <p:nvPr>
            <p:ph type="subTitle" idx="1"/>
          </p:nvPr>
        </p:nvSpPr>
        <p:spPr/>
        <p:txBody>
          <a:bodyPr/>
          <a:lstStyle/>
          <a:p>
            <a:r>
              <a:t>Prof. Neha Saini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**Key Contributions**: This research paper provides an overview of Artificial Intelligence (AI), its definitions, history, applications, and growth, highlighting its significance in solving complex problems across various industries. The paper explores the concept of machine learning, where machines learn and improve from experience without explicit programming.</a:t>
            </a:r>
          </a:p>
          <a:p/>
          <a:p>
            <a:r>
              <a:t>**Methodology Overview**: The paper examines the features of AI, its introduction, definitions, and applications, providing a comprehensive understanding of the field. The methodology involves a review of existing literature and research on AI, its history, and its current state, as well as its applications in industries such as healthcare, entertainment, finance, and education.</a:t>
            </a:r>
          </a:p>
          <a:p/>
          <a:p>
            <a:r>
              <a:t>**Main Results**: The paper finds that AI has vario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Flaws &amp; Limitations</a:t>
            </a:r>
          </a:p>
        </p:txBody>
      </p:sp>
      <p:sp>
        <p:nvSpPr>
          <p:cNvPr id="3" name="Content Placeholder 2"/>
          <p:cNvSpPr>
            <a:spLocks noGrp="1"/>
          </p:cNvSpPr>
          <p:nvPr>
            <p:ph idx="1"/>
          </p:nvPr>
        </p:nvSpPr>
        <p:spPr/>
        <p:txBody>
          <a:bodyPr/>
          <a:lstStyle/>
          <a:p>
            <a:r>
              <a:t>* **Fundamental assumptions**:</a:t>
            </a:r>
          </a:p>
          <a:p>
            <a:r>
              <a:t>  * Lack of a clear, consensual definition of Artificial Intelligence</a:t>
            </a:r>
          </a:p>
          <a:p>
            <a:r>
              <a:t>  * Assuming that a literature review is sufficient to provide a comprehensive understanding of AI</a:t>
            </a:r>
          </a:p>
          <a:p>
            <a:r>
              <a:t>  * Overlooking the complexity of AI and its various subfields</a:t>
            </a:r>
          </a:p>
          <a:p>
            <a:r>
              <a:t>  * Failing to acknowledge the ongoing debates and controversies in the field of AI</a:t>
            </a:r>
          </a:p>
          <a:p>
            <a:r>
              <a:t>* **Methodological limitations**:</a:t>
            </a:r>
          </a:p>
          <a:p>
            <a:r>
              <a:t>  * Relying solely on a review of existing literature without conducting original research or collecting empirical data</a:t>
            </a:r>
          </a:p>
          <a:p>
            <a:r>
              <a:t>  * Not employing a systematic or structured approach to literature review</a:t>
            </a:r>
          </a:p>
          <a:p>
            <a:r>
              <a:t>  * Failing to critically evaluate the quality and relevance of the reviewed literature</a:t>
            </a:r>
          </a:p>
          <a:p>
            <a:r>
              <a:t>  * Not considering alternative 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Comparison with Related Work</a:t>
            </a:r>
          </a:p>
        </p:txBody>
      </p:sp>
      <p:sp>
        <p:nvSpPr>
          <p:cNvPr id="3" name="Content Placeholder 2"/>
          <p:cNvSpPr>
            <a:spLocks noGrp="1"/>
          </p:cNvSpPr>
          <p:nvPr>
            <p:ph idx="1"/>
          </p:nvPr>
        </p:nvSpPr>
        <p:spPr/>
        <p:txBody>
          <a:bodyPr/>
          <a:lstStyle/>
          <a:p>
            <a:r>
              <a:t>### Comparison of the Main Paper with Similar Papers</a:t>
            </a:r>
          </a:p>
          <a:p/>
          <a:p>
            <a:r>
              <a:t>The main paper, "RESEARCH PAPER ON ARTIFICIAL INTELLIGENCE &amp; ITS APPLICATIONS," provides an overview of Artificial Intelligence (AI), its history, applications, and significance in solving complex problems. When compared to the similar papers found on arXiv, several differences in methodology, contributions, strengths, and limitations emerge.</a:t>
            </a:r>
          </a:p>
          <a:p/>
          <a:p>
            <a:r>
              <a:t>#### 1. **This paper has been withdrawn (2003)**</a:t>
            </a:r>
          </a:p>
          <a:p/>
          <a:p>
            <a:r>
              <a:t>- **Methodology and Contributions**: Since this paper has been withdrawn, there is no methodology or contribution to compare. The main paper, however, contributes by providing a comprehensive overview of AI, its applications, and growth.</a:t>
            </a:r>
          </a:p>
          <a:p>
            <a:r>
              <a:t>- **Strength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