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Review of the Epilepsy, Including Its Causes, Symptoms, Biomarkers, and Management</a:t>
            </a:r>
          </a:p>
        </p:txBody>
      </p:sp>
      <p:sp>
        <p:nvSpPr>
          <p:cNvPr id="3" name="Subtitle 2"/>
          <p:cNvSpPr>
            <a:spLocks noGrp="1"/>
          </p:cNvSpPr>
          <p:nvPr>
            <p:ph type="subTitle" idx="1"/>
          </p:nvPr>
        </p:nvSpPr>
        <p:spPr/>
        <p:txBody>
          <a:bodyPr/>
          <a:lstStyle/>
          <a:p>
            <a:r>
              <a:t>Yash Srivastav, Akhandnath Prajapati, Prachi Agrahari, Madhaw Kumar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a:lstStyle/>
          <a:p>
            <a:r>
              <a:t>**Key Contributions**: This review paper provides a comprehensive overview of epilepsy, including its causes, symptoms, biomarkers, and management strategies. The authors highlight recent advances in the field, such as the identification of new genetic mutations associated with epilepsy and the development of novel therapeutic approaches, including personalized medicine and innovative surgical techniques.</a:t>
            </a:r>
          </a:p>
          <a:p/>
          <a:p>
            <a:r>
              <a:t>**Methodology Overview**: The authors conducted a thorough review of existing literature on epilepsy, including peer-reviewed articles, clinical trials, and expert opinions. The review covers various aspects of epilepsy, including its epidemiology, pathophysiology, diagnosis, and treatment. The authors employed a systematic approach to identify and synthesize relevant studies, ensuring 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Flaws &amp; Limitations</a:t>
            </a:r>
          </a:p>
        </p:txBody>
      </p:sp>
      <p:sp>
        <p:nvSpPr>
          <p:cNvPr id="3" name="Content Placeholder 2"/>
          <p:cNvSpPr>
            <a:spLocks noGrp="1"/>
          </p:cNvSpPr>
          <p:nvPr>
            <p:ph idx="1"/>
          </p:nvPr>
        </p:nvSpPr>
        <p:spPr/>
        <p:txBody>
          <a:bodyPr/>
          <a:lstStyle/>
          <a:p>
            <a:r>
              <a:t>* **Fundamental assumptions**:</a:t>
            </a:r>
          </a:p>
          <a:p>
            <a:r>
              <a:t>  * Lack of clear definition of epilepsy and its subtypes</a:t>
            </a:r>
          </a:p>
          <a:p>
            <a:r>
              <a:t>  * Uncritical acceptance of existing diagnostic criteria</a:t>
            </a:r>
          </a:p>
          <a:p>
            <a:r>
              <a:t>  * Failure to consider alternative perspectives on epilepsy's etiology and pathophysiology</a:t>
            </a:r>
          </a:p>
          <a:p>
            <a:r>
              <a:t>  * Assumption that current biomarkers and management strategies are optimal</a:t>
            </a:r>
          </a:p>
          <a:p>
            <a:r>
              <a:t>* **Methodological limitations**:</a:t>
            </a:r>
          </a:p>
          <a:p>
            <a:r>
              <a:t>  * Lack of a systematic and transparent search strategy</a:t>
            </a:r>
          </a:p>
          <a:p>
            <a:r>
              <a:t>  * Failure to use a standardized tool for assessing study quality</a:t>
            </a:r>
          </a:p>
          <a:p>
            <a:r>
              <a:t>  * Inadequate consideration of study heterogeneity and its impact on results</a:t>
            </a:r>
          </a:p>
          <a:p>
            <a:r>
              <a:t>  * Insufficient description of the study selection and data extraction process</a:t>
            </a:r>
          </a:p>
          <a:p>
            <a:r>
              <a:t>  * Failure to account for publication bias and other reporting bias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Comparison with Related Work</a:t>
            </a:r>
          </a:p>
        </p:txBody>
      </p:sp>
      <p:sp>
        <p:nvSpPr>
          <p:cNvPr id="3" name="Content Placeholder 2"/>
          <p:cNvSpPr>
            <a:spLocks noGrp="1"/>
          </p:cNvSpPr>
          <p:nvPr>
            <p:ph idx="1"/>
          </p:nvPr>
        </p:nvSpPr>
        <p:spPr/>
        <p:txBody>
          <a:bodyPr/>
          <a:lstStyle/>
          <a:p>
            <a:r>
              <a:t>The main paper, "Review of the Epilepsy, Including Its Causes, Symptoms, Biomarkers, and Management," differs significantly from the three similar papers in terms of methodology, contributions, strengths, and limitations. Here's a clear and insightful comparison:</a:t>
            </a:r>
          </a:p>
          <a:p/>
          <a:p>
            <a:r>
              <a:t>**Methodology:**</a:t>
            </a:r>
          </a:p>
          <a:p/>
          <a:p>
            <a:r>
              <a:t>* The main paper employs a systematic review approach, synthesizing existing literature on epilepsy from peer-reviewed articles, clinical trials, and expert opinions.</a:t>
            </a:r>
          </a:p>
          <a:p>
            <a:r>
              <a:t>* In contrast, the similar papers focus on specific research studies:</a:t>
            </a:r>
          </a:p>
          <a:p>
            <a:r>
              <a:t>	+ "Observation of the rare $B^0_s\toμ^+μ^-$ decay" presents a joint measurement of branching fractions from proton-proton collisions at the LHC.</a:t>
            </a:r>
          </a:p>
          <a:p>
            <a:r>
              <a:t>	+ "Expected Performance of the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