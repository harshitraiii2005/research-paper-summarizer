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provides a comprehensive overview of epilepsy, including its causes, symptoms, biomarkers, and management strategies. The study highlights recent advances in the field, particularly in the identification of novel biomarkers and the development of personalized treatment approaches. The paper also emphasizes the importance of multidisciplinary care and the need for further research into the underlying mechanisms of epilepsy.</a:t>
            </a:r>
          </a:p>
          <a:p/>
          <a:p>
            <a:r>
              <a:t>**Methodology Overview**: The authors conducted a thorough review of existing literature on epilepsy, including studies on its epidemiology, pathophysiology, diagnosis, and treatment. The review encompasses a wide range of topics, from the genetic and environmental factors that contribute to epilepsy to the latest developments 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Assumption that existing literature is comprehensive and representative</a:t>
            </a:r>
          </a:p>
          <a:p>
            <a:r>
              <a:t>  * Failure to consider alternative perspectives or frameworks for understanding epilepsy</a:t>
            </a:r>
          </a:p>
          <a:p>
            <a:r>
              <a:t>  * Implicit assumption that medical aspects of epilepsy are more important than social, psychological, and economic aspects</a:t>
            </a:r>
          </a:p>
          <a:p>
            <a:r>
              <a:t>* **Methodological limitations**:</a:t>
            </a:r>
          </a:p>
          <a:p>
            <a:r>
              <a:t>  * Lack of transparency in search strategy and database selection</a:t>
            </a:r>
          </a:p>
          <a:p>
            <a:r>
              <a:t>  * Failure to provide inclusion and exclusion criteria for study selection</a:t>
            </a:r>
          </a:p>
          <a:p>
            <a:r>
              <a:t>  * Insufficient information on quality assessment and risk of bias evaluation</a:t>
            </a:r>
          </a:p>
          <a:p>
            <a:r>
              <a:t>  * Reliance on expert opinions without clear criteria for exper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differs significantly from the three similar papers in terms of methodology, contributions, strengths, and limitations. Here's a comparison of the main paper with each of the similar papers:</a:t>
            </a:r>
          </a:p>
          <a:p/>
          <a:p>
            <a:r>
              <a:t>**Comparison with "Observation of the rare $B^0_s\toμ^+μ^-$ decay from the combined analysis of CMS and LHCb data" (2014)**</a:t>
            </a:r>
          </a:p>
          <a:p/>
          <a:p>
            <a:r>
              <a:t>* **Methodology**: The main paper employs a systematic review approach, synthesizing existing literature on epilepsy, whereas the similar paper presents a joint measurement of branching fractions in proton-proton collisions using data from the CMS and LHCb experiments.</a:t>
            </a:r>
          </a:p>
          <a:p>
            <a:r>
              <a:t>* **Contrib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