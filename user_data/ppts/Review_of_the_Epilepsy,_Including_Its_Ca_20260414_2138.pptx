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on epilepsy provides a comprehensive overview of the condition, including its causes, symptoms, biomarkers, and management. Compared to other major epilepsy reviews, such as the 2019 review by the International League Against Epilepsy (ILAE), this paper offers a more in-depth discussion on the role of genetic factors in epilepsy and the potential applications of machine learning in seizure prediction and diagnosis. Additionally, it highlights the importance of personalized medicine in epilepsy treatment, which is a relatively new and emerging area of research.</a:t>
            </a:r>
          </a:p>
          <a:p/>
          <a:p>
            <a:r>
              <a:t>**Methodology Overview**: The authors conducted a systematic review of existing literature on epilepsy, searching multiple databases and including studies published in English up to 2022. The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The review assumes that existing literature provides a comprehensive understanding of epilepsy, without considering the potential for unpublished or unreported studies to contradict or add to the current knowledge.</a:t>
            </a:r>
          </a:p>
          <a:p>
            <a:r>
              <a:t>  * The authors assume that the consulted experts are representative of the entire field, which may not be the case.</a:t>
            </a:r>
          </a:p>
          <a:p>
            <a:r>
              <a:t>  * The review relies on the assumption that the searched databases are exhaustive, which may not be true.</a:t>
            </a:r>
          </a:p>
          <a:p>
            <a:r>
              <a:t>* **Methodological limitations**:</a:t>
            </a:r>
          </a:p>
          <a:p>
            <a:r>
              <a:t>  * The review only includes studies published in English, which may introduce a language bias.</a:t>
            </a:r>
          </a:p>
          <a:p>
            <a:r>
              <a:t>  * The search strategy is not clearly described, making it difficult to replicate the review.</a:t>
            </a:r>
          </a:p>
          <a:p>
            <a:r>
              <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a:t>
            </a:r>
          </a:p>
          <a:p/>
          <a:p>
            <a:r>
              <a:t>**Methodology:**</a:t>
            </a:r>
          </a:p>
          <a:p/>
          <a:p>
            <a:r>
              <a:t>* The main paper employs a systematic review of existing literature on epilepsy, searching multiple databases and including studies published in English up to 2022. This approach allows for a comprehensive overview of the condition.</a:t>
            </a:r>
          </a:p>
          <a:p>
            <a:r>
              <a:t>* In contrast, the similar papers focus on specific research studies or experiments:</a:t>
            </a:r>
          </a:p>
          <a:p>
            <a:r>
              <a:t>	+ "Observation of the rare $B^0_s\toμ^+μ^-$ decay from the combined analysis of CMS and LHCb data" (2014) presents a joint measurement of br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