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comprehensive review provides an updated understanding of epilepsy, including its complex causes, symptoms, biomarkers, and management strategies. The paper highlights recent advances in the field, emphasizing the importance of personalized medicine, multidisciplinary care, and the role of emerging biomarkers in diagnosing and treating epilepsy.</a:t>
            </a:r>
          </a:p>
          <a:p/>
          <a:p>
            <a:r>
              <a:t>**Methodology Overview**: The authors conducted a thorough literature review, synthesizing data from numerous studies on epilepsy, including clinical trials, observational studies, and meta-analyses. The review focuses on the most recent and relevant research, covering various aspects of epilepsy, from pathophysiology to treatment options.</a:t>
            </a:r>
          </a:p>
          <a:p/>
          <a:p>
            <a:r>
              <a:t>**Main Results**: The review identifies several key findings, including: (1) the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Uncritical acceptance of current diagnostic criteria and classification systems</a:t>
            </a:r>
          </a:p>
          <a:p>
            <a:r>
              <a:t>  * Failure to consider alternative perspectives on epilepsy pathophysiology</a:t>
            </a:r>
          </a:p>
          <a:p>
            <a:r>
              <a:t>  * Assumption that genetic testing is universally applicable and effective</a:t>
            </a:r>
          </a:p>
          <a:p>
            <a:r>
              <a:t>* **Methodological limitations**:</a:t>
            </a:r>
          </a:p>
          <a:p>
            <a:r>
              <a:t>  * Overreliance on literature review without original data collection or analysis</a:t>
            </a:r>
          </a:p>
          <a:p>
            <a:r>
              <a:t>  * Failure to use systematic review methodology with explicit inclusion and exclusion criteria</a:t>
            </a:r>
          </a:p>
          <a:p>
            <a:r>
              <a:t>  * Inadequate consideration of study quality, publication bias, and heterogeneity</a:t>
            </a:r>
          </a:p>
          <a:p>
            <a:r>
              <a:t>  * Lack of transparency in search strategy, study selection, and data extract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is a comprehensive review of epilepsy, covering its complex causes, symptoms, biomarkers, and management strategies. In comparison to the three similar papers found on arXiv, this paper stands out in terms of its focus on a specific medical condition, its methodology, and its contributions.</a:t>
            </a:r>
          </a:p>
          <a:p/>
          <a:p>
            <a:r>
              <a:t>**Differences in Methodology:**</a:t>
            </a:r>
          </a:p>
          <a:p/>
          <a:p>
            <a:r>
              <a:t>1. **Literature Review vs. Experimental Data**: The main paper is based on a thorough literature review, synthesizing data from numerous studies on epilepsy. In contrast, the similar papers are based on experimental data from particle physics experiments (e.g., CMS and LH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