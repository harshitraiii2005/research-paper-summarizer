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Review of the Epilepsy, Including Its Causes, Symptoms, Biomarkers, and Management</a:t>
            </a:r>
          </a:p>
        </p:txBody>
      </p:sp>
      <p:sp>
        <p:nvSpPr>
          <p:cNvPr id="3" name="Subtitle 2"/>
          <p:cNvSpPr>
            <a:spLocks noGrp="1"/>
          </p:cNvSpPr>
          <p:nvPr>
            <p:ph type="subTitle" idx="1"/>
          </p:nvPr>
        </p:nvSpPr>
        <p:spPr/>
        <p:txBody>
          <a:bodyPr/>
          <a:lstStyle/>
          <a:p>
            <a:r>
              <a:t>Yash Srivastav, Akhandnath Prajapati, Prachi Agrahari, Madhaw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 This review paper provides a comprehensive overview of epilepsy, including its causes, symptoms, biomarkers, and management strategies. The authors highlight recent advances in the field, such as the identification of novel genetic mutations associated with epilepsy and the development of new biomarkers for diagnosis and prognosis. The paper also emphasizes the importance of personalized medicine approaches in epilepsy management.</a:t>
            </a:r>
          </a:p>
          <a:p/>
          <a:p>
            <a:r>
              <a:t>**Methodology Overview**: The authors conducted a thorough review of existing literature on epilepsy, including studies on its epidemiology, pathophysiology, diagnosis, and treatment. The review encompasses a wide range of topics, from the molecular mechanisms underlying epilepsy to the latest clinical trials on antiepileptic drugs and oth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Lack of clear definition of epilepsy and its subtypes</a:t>
            </a:r>
          </a:p>
          <a:p>
            <a:r>
              <a:t>  * Uncritical acceptance of existing literature without evaluating its quality or relevance</a:t>
            </a:r>
          </a:p>
          <a:p>
            <a:r>
              <a:t>  * Assumption that the review's scope is comprehensive, despite acknowledging the field's rapid evolution</a:t>
            </a:r>
          </a:p>
          <a:p>
            <a:r>
              <a:t>  * Failure to consider alternative perspectives or contradictory evidence</a:t>
            </a:r>
          </a:p>
          <a:p>
            <a:r>
              <a:t>* **Methodological limitations**:</a:t>
            </a:r>
          </a:p>
          <a:p>
            <a:r>
              <a:t>  * Reliance on a narrative synthesis approach, which may introduce subjectivity and bias</a:t>
            </a:r>
          </a:p>
          <a:p>
            <a:r>
              <a:t>  * Lack of transparency in the search strategy and study selection process</a:t>
            </a:r>
          </a:p>
          <a:p>
            <a:r>
              <a:t>  * Inadequate description of the inclusion and exclusion criteria for studies</a:t>
            </a:r>
          </a:p>
          <a:p>
            <a:r>
              <a:t>  * Failure to assess the quality or risk of bias in the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The main paper, "Review of the Epilepsy, Including Its Causes, Symptoms, Biomarkers, and Management," differs significantly from the three similar papers in terms of methodology, contributions, strengths, and limitations. Here's a comparison of the main paper with each of the similar papers:</a:t>
            </a:r>
          </a:p>
          <a:p/>
          <a:p>
            <a:r>
              <a:t>**Comparison with "Observation of the rare $B^0_s\toμ^+μ^-$ decay from the combined analysis of CMS and LHCb data" (2014)**</a:t>
            </a:r>
          </a:p>
          <a:p/>
          <a:p>
            <a:r>
              <a:t>* **Methodology**: The main paper employs a systematic review approach, whereas the similar paper uses a joint measurement analysis of CMS and LHCb data. The main paper's methodology is more focused on summarizing existing literature, while the similar paper's approach is centered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