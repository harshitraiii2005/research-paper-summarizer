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RESEARCH PAPER ON ARTIFICIAL INTELLIGENCE &amp; ITS APPLICATIONS</a:t>
            </a:r>
          </a:p>
        </p:txBody>
      </p:sp>
      <p:sp>
        <p:nvSpPr>
          <p:cNvPr id="3" name="Subtitle 2"/>
          <p:cNvSpPr>
            <a:spLocks noGrp="1"/>
          </p:cNvSpPr>
          <p:nvPr>
            <p:ph type="subTitle" idx="1"/>
          </p:nvPr>
        </p:nvSpPr>
        <p:spPr/>
        <p:txBody>
          <a:bodyPr/>
          <a:lstStyle/>
          <a:p>
            <a:r>
              <a:t>Prof. Neha Saini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t>**Key Contributions**</a:t>
            </a:r>
          </a:p>
          <a:p>
            <a:r>
              <a:t>The research paper on Artificial Intelligence (AI) and its applications provides a comprehensive overview of the field, highlighting its importance in solving complex problems across various industries. The paper's key contribution lies in its examination of AI's features, definitions, history, applications, growth, and achievements, making it a valuable resource for understanding the current state of AI.</a:t>
            </a:r>
          </a:p>
          <a:p/>
          <a:p>
            <a:r>
              <a:t>**Methodology Overview**</a:t>
            </a:r>
          </a:p>
          <a:p>
            <a:r>
              <a:t>The paper's methodology involves a thorough review of existing literature on AI, covering its introduction, definitions, and applications. The authors also explore the various methods of AI, including machine learning, where machines learn and improve from experience without being explicitly programmed. The paper's approach is descriptive 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Flaws &amp; Limitations</a:t>
            </a:r>
          </a:p>
        </p:txBody>
      </p:sp>
      <p:sp>
        <p:nvSpPr>
          <p:cNvPr id="3" name="Content Placeholder 2"/>
          <p:cNvSpPr>
            <a:spLocks noGrp="1"/>
          </p:cNvSpPr>
          <p:nvPr>
            <p:ph idx="1"/>
          </p:nvPr>
        </p:nvSpPr>
        <p:spPr/>
        <p:txBody>
          <a:bodyPr/>
          <a:lstStyle/>
          <a:p>
            <a:r>
              <a:t>* **Fundamental assumptions**:</a:t>
            </a:r>
          </a:p>
          <a:p>
            <a:r>
              <a:t>  * Lack of clear definition of AI and its scope</a:t>
            </a:r>
          </a:p>
          <a:p>
            <a:r>
              <a:t>  * Uncritical acceptance of AI as a solution to complex problems</a:t>
            </a:r>
          </a:p>
          <a:p>
            <a:r>
              <a:t>  * Assumption that AI is universally applicable and beneficial</a:t>
            </a:r>
          </a:p>
          <a:p>
            <a:r>
              <a:t>  * Failure to consider alternative perspectives or critiques of AI</a:t>
            </a:r>
          </a:p>
          <a:p>
            <a:r>
              <a:t>* **Methodological limitations**:</a:t>
            </a:r>
          </a:p>
          <a:p>
            <a:r>
              <a:t>  * Overreliance on existing literature without critical evaluation</a:t>
            </a:r>
          </a:p>
          <a:p>
            <a:r>
              <a:t>  * Lack of primary data collection or empirical research</a:t>
            </a:r>
          </a:p>
          <a:p>
            <a:r>
              <a:t>  * Failure to employ systematic review or meta-analysis techniques</a:t>
            </a:r>
          </a:p>
          <a:p>
            <a:r>
              <a:t>  * No clear criteria for selecting or excluding literature</a:t>
            </a:r>
          </a:p>
          <a:p>
            <a:r>
              <a:t>  * Descriptive approach without theoretical framework or conceptual model</a:t>
            </a:r>
          </a:p>
          <a:p>
            <a:r>
              <a:t>* **Potential biases**:</a:t>
            </a:r>
          </a:p>
          <a:p>
            <a:r>
              <a:t>  * Confirmation bias in selecting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Comparison with Related Work</a:t>
            </a:r>
          </a:p>
        </p:txBody>
      </p:sp>
      <p:sp>
        <p:nvSpPr>
          <p:cNvPr id="3" name="Content Placeholder 2"/>
          <p:cNvSpPr>
            <a:spLocks noGrp="1"/>
          </p:cNvSpPr>
          <p:nvPr>
            <p:ph idx="1"/>
          </p:nvPr>
        </p:nvSpPr>
        <p:spPr/>
        <p:txBody>
          <a:bodyPr/>
          <a:lstStyle/>
          <a:p>
            <a:r>
              <a:t>### Comparison of the Main Paper with Similar Papers</a:t>
            </a:r>
          </a:p>
          <a:p/>
          <a:p>
            <a:r>
              <a:t>The main paper, "RESEARCH PAPER ON ARTIFICIAL INTELLIGENCE &amp; ITS APPLICATIONS," provides a comprehensive overview of Artificial Intelligence (AI) and its applications. To understand its unique contributions and limitations, it's essential to compare it with similar papers found on arXiv. However, due to the nature of the similar papers provided, direct comparisons in terms of methodology, contributions, strengths, and limitations are challenging. Nonetheless, we can analyze the differences and similarities where applicable.</a:t>
            </a:r>
          </a:p>
          <a:p/>
          <a:p>
            <a:r>
              <a:t>#### 1. **This paper has been withdrawn (2003)**</a:t>
            </a:r>
          </a:p>
          <a:p>
            <a:r>
              <a:t>- **Methodology and Contributions**: Since this paper has been wit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