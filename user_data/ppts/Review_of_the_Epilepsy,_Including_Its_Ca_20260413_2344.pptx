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Review of the Epilepsy, Including Its Causes, Symptoms, Biomarkers, and Management</a:t>
            </a:r>
          </a:p>
        </p:txBody>
      </p:sp>
      <p:sp>
        <p:nvSpPr>
          <p:cNvPr id="3" name="Subtitle 2"/>
          <p:cNvSpPr>
            <a:spLocks noGrp="1"/>
          </p:cNvSpPr>
          <p:nvPr>
            <p:ph type="subTitle" idx="1"/>
          </p:nvPr>
        </p:nvSpPr>
        <p:spPr/>
        <p:txBody>
          <a:bodyPr/>
          <a:lstStyle/>
          <a:p>
            <a:r>
              <a:t>Yash Srivastav, Akhandnath Prajapati, Prachi Agrahari, Madhaw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review paper provides a comprehensive overview of epilepsy, including its causes, symptoms, biomarkers, and management strategies. The authors synthesize existing research to identify gaps in current knowledge and highlight recent advancements in the field, such as the development of new biomarkers and personalized treatment approaches.</a:t>
            </a:r>
          </a:p>
          <a:p/>
          <a:p>
            <a:r>
              <a:t>**Methodology Overview**: The authors conducted a thorough literature review of existing research on epilepsy, incorporating studies from various disciplines, including neurology, genetics, and pharmacology. The review encompasses a broad range of topics, from the pathophysiology of epilepsy to the latest diagnostic and therapeutic techniques.</a:t>
            </a:r>
          </a:p>
          <a:p/>
          <a:p>
            <a:r>
              <a:t>**Main Results**: The paper presents a detailed analysis of the complex causes of epi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clear definition of epilepsy and its subtypes</a:t>
            </a:r>
          </a:p>
          <a:p>
            <a:r>
              <a:t>  * Assumption that existing literature is comprehensive and representative</a:t>
            </a:r>
          </a:p>
          <a:p>
            <a:r>
              <a:t>  * Failure to consider alternative perspectives or theories on epilepsy</a:t>
            </a:r>
          </a:p>
          <a:p>
            <a:r>
              <a:t>  * Overreliance on traditional notions of epilepsy causes and symptoms</a:t>
            </a:r>
          </a:p>
          <a:p>
            <a:r>
              <a:t>* **Methodological limitations**:</a:t>
            </a:r>
          </a:p>
          <a:p>
            <a:r>
              <a:t>  * Literature review is not systematic or transparent</a:t>
            </a:r>
          </a:p>
          <a:p>
            <a:r>
              <a:t>  * Inclusion and exclusion criteria are not specified</a:t>
            </a:r>
          </a:p>
          <a:p>
            <a:r>
              <a:t>  * No clear protocol for study selection and evaluation</a:t>
            </a:r>
          </a:p>
          <a:p>
            <a:r>
              <a:t>  * Failure to assess study quality or risk of bias</a:t>
            </a:r>
          </a:p>
          <a:p>
            <a:r>
              <a:t>  * Overemphasis on English-language studies, potentially introducing language bias</a:t>
            </a:r>
          </a:p>
          <a:p>
            <a:r>
              <a:t>* **Potential biases**:</a:t>
            </a:r>
          </a:p>
          <a:p>
            <a:r>
              <a:t>  * Author bias towards biolo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The main paper, "Review of the Epilepsy, Including Its Causes, Symptoms, Biomarkers, and Management," differs significantly from the three similar papers in terms of methodology, contributions, strengths, and limitations. Here's a clear and insightful comparison:</a:t>
            </a:r>
          </a:p>
          <a:p/>
          <a:p>
            <a:r>
              <a:t>**Methodology:**</a:t>
            </a:r>
          </a:p>
          <a:p/>
          <a:p>
            <a:r>
              <a:t>* The main paper employs a thorough literature review of existing research on epilepsy, incorporating studies from various disciplines.</a:t>
            </a:r>
          </a:p>
          <a:p>
            <a:r>
              <a:t>* In contrast, the similar papers focus on specific experimental or observational studies:</a:t>
            </a:r>
          </a:p>
          <a:p>
            <a:r>
              <a:t>	+ "Observation of the rare $B^0_s\toμ^+μ^-$ decay" presents a joint measurement of branching fractions from proton-proton collisions at the LHC.</a:t>
            </a:r>
          </a:p>
          <a:p>
            <a:r>
              <a:t>	+ "Expected Performance of the ATLAS Experi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